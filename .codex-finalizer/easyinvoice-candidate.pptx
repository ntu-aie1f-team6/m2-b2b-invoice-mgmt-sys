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419b7d6ea2412b" /><Relationship Type="http://schemas.openxmlformats.org/officeDocument/2006/relationships/extended-properties" Target="/docProps/app.xml" Id="Rd9db133f80ab4dd2" /><Relationship Type="http://schemas.openxmlformats.org/officeDocument/2006/relationships/officeDocument" Target="/ppt/presentation.xml" Id="R42cfed32007e48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7e8ad9c80e4a97"/>
  </p:sldMasterIdLst>
  <p:notesMasterIdLst>
    <p:notesMasterId xmlns:r="http://schemas.openxmlformats.org/officeDocument/2006/relationships" r:id="R35328335acb24177"/>
  </p:notesMasterIdLst>
  <p:sldIdLst>
    <p:sldId xmlns:r="http://schemas.openxmlformats.org/officeDocument/2006/relationships" id="256" r:id="R5e25e78fa58d485e"/>
    <p:sldId xmlns:r="http://schemas.openxmlformats.org/officeDocument/2006/relationships" id="257" r:id="R73354c60f8ec4412"/>
    <p:sldId xmlns:r="http://schemas.openxmlformats.org/officeDocument/2006/relationships" id="258" r:id="Raa60250a77294461"/>
    <p:sldId xmlns:r="http://schemas.openxmlformats.org/officeDocument/2006/relationships" id="259" r:id="R8cbe9830f9fd4f4f"/>
    <p:sldId xmlns:r="http://schemas.openxmlformats.org/officeDocument/2006/relationships" id="260" r:id="Raf34df53d2f74b19"/>
    <p:sldId xmlns:r="http://schemas.openxmlformats.org/officeDocument/2006/relationships" id="261" r:id="Rc2d50c6e20cd46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b28fee87742ec" /><Relationship Type="http://schemas.openxmlformats.org/officeDocument/2006/relationships/slideMaster" Target="/ppt/slideMasters/slideMaster1.xml" Id="Rb67e8ad9c80e4a97" /><Relationship Type="http://schemas.openxmlformats.org/officeDocument/2006/relationships/notesMaster" Target="/ppt/notesMasters/notesMaster1.xml" Id="R35328335acb24177" /><Relationship Type="http://schemas.openxmlformats.org/officeDocument/2006/relationships/presProps" Target="/ppt/presProps.xml" Id="Reac0b6d595d04be6" /><Relationship Type="http://schemas.openxmlformats.org/officeDocument/2006/relationships/tableStyles" Target="/ppt/tableStyles.xml" Id="R93bc3737b8b04e24" /><Relationship Type="http://schemas.openxmlformats.org/officeDocument/2006/relationships/slide" Target="/ppt/slides/slide1.xml" Id="R5e25e78fa58d485e" /><Relationship Type="http://schemas.openxmlformats.org/officeDocument/2006/relationships/slide" Target="/ppt/slides/slide2.xml" Id="R73354c60f8ec4412" /><Relationship Type="http://schemas.openxmlformats.org/officeDocument/2006/relationships/slide" Target="/ppt/slides/slide3.xml" Id="Raa60250a77294461" /><Relationship Type="http://schemas.openxmlformats.org/officeDocument/2006/relationships/slide" Target="/ppt/slides/slide4.xml" Id="R8cbe9830f9fd4f4f" /><Relationship Type="http://schemas.openxmlformats.org/officeDocument/2006/relationships/slide" Target="/ppt/slides/slide5.xml" Id="Raf34df53d2f74b19" /><Relationship Type="http://schemas.openxmlformats.org/officeDocument/2006/relationships/slide" Target="/ppt/slides/slide6.xml" Id="Rc2d50c6e20cd46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5c91aa20264d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549e427f704e31" /><Relationship Type="http://schemas.openxmlformats.org/officeDocument/2006/relationships/notesMaster" Target="/ppt/notesMasters/notesMaster1.xml" Id="R6fd64eda920e49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e2bd90300c4ab5" /><Relationship Type="http://schemas.openxmlformats.org/officeDocument/2006/relationships/notesMaster" Target="/ppt/notesMasters/notesMaster1.xml" Id="Rb271a217f7d44e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c6d41cc3214546" /><Relationship Type="http://schemas.openxmlformats.org/officeDocument/2006/relationships/notesMaster" Target="/ppt/notesMasters/notesMaster1.xml" Id="Rb2acea811de44c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8546da87149fd" /><Relationship Type="http://schemas.openxmlformats.org/officeDocument/2006/relationships/notesMaster" Target="/ppt/notesMasters/notesMaster1.xml" Id="R4791e235fa6c4d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72930d1d044f4c" /><Relationship Type="http://schemas.openxmlformats.org/officeDocument/2006/relationships/notesMaster" Target="/ppt/notesMasters/notesMaster1.xml" Id="R82348ddb8b5e4a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5ba1eb5a0f4d54" /><Relationship Type="http://schemas.openxmlformats.org/officeDocument/2006/relationships/notesMaster" Target="/ppt/notesMasters/notesMaster1.xml" Id="Red83854ad2d440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seconds. Introduce EasyInvoice as the team's React learning project. The slides take about four minutes, followed by the working demo. Sources: README.md and docs/planning/presentation-outline.md.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Explain that small finance teams need one view of invoice creation, transmission and collection status. EasyInvoice demonstrates that workflow but does not connect to the real InvoiceNow network. Sources: README.md and docs/images/Peppol-InvoiceNow.png.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Point out the dashboard's operational view and the controlled create form. The live demo will show search, invoice creation, simulated transmission and status changes. Sources: docs/images/dashboard.png and docs/images/create-invoice.png.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Explain why each technology was chosen. MockAPI provides shared persistence without a custom backend. The free tier allowed two resources, so customers and products share referenceData. Sources: README.md, docs/engineering/architecture-design.md and docs/images/referenceData-customers.png.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 Summarise each member's learning focus. Ralph built the initial React application, Jenn established behavioural testing, and John integrated persistence, permissions and repository automation. Sources: docs/planning/presentation-outline.md, README.md and docs/images/Full_tour_with_code.png.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Describe the resource-limit decision, the destructive schema-editor risk and the integration bug found by tests. Then move directly to the live demo: compare viewer and editor access, create and transmit an invoice, and mark a transmitted invoice paid. Sources: docs/planning/presentation-outline.md, docs/decisions/decisions-log.md and docs/images/Hints-ON.png.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1ec41830e43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f2299d9bd04ddd" /><Relationship Type="http://schemas.openxmlformats.org/officeDocument/2006/relationships/slideLayout" Target="/ppt/slideLayouts/slideLayout1.xml" Id="R0d676b40b42b4a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676b40b42b4a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35ef668c44e2d" /><Relationship Type="http://schemas.openxmlformats.org/officeDocument/2006/relationships/notesSlide" Target="/ppt/notesSlides/notesSlide1.xml" Id="R0444f45846574c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5bcb489cc4a98" /><Relationship Type="http://schemas.openxmlformats.org/officeDocument/2006/relationships/image" Target="/ppt/media/image.png" Id="Rf5fdb0ceeac94884" /><Relationship Type="http://schemas.openxmlformats.org/officeDocument/2006/relationships/notesSlide" Target="/ppt/notesSlides/notesSlide2.xml" Id="R971d17004e0147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8085522564c5b" /><Relationship Type="http://schemas.openxmlformats.org/officeDocument/2006/relationships/image" Target="/ppt/media/image2.png" Id="Re81c4c0b516e479c" /><Relationship Type="http://schemas.openxmlformats.org/officeDocument/2006/relationships/image" Target="/ppt/media/image3.png" Id="R7b42f484e0fe4af1" /><Relationship Type="http://schemas.openxmlformats.org/officeDocument/2006/relationships/notesSlide" Target="/ppt/notesSlides/notesSlide3.xml" Id="Ra895c5a6f2a84a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9d30efaa04931" /><Relationship Type="http://schemas.openxmlformats.org/officeDocument/2006/relationships/image" Target="/ppt/media/image4.png" Id="R4f21c3be3a3e4faa" /><Relationship Type="http://schemas.openxmlformats.org/officeDocument/2006/relationships/notesSlide" Target="/ppt/notesSlides/notesSlide4.xml" Id="R5261554e7ba9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6dfc8c2d04a7c" /><Relationship Type="http://schemas.openxmlformats.org/officeDocument/2006/relationships/image" Target="/ppt/media/image5.png" Id="Rdd560bd522e34a87" /><Relationship Type="http://schemas.openxmlformats.org/officeDocument/2006/relationships/notesSlide" Target="/ppt/notesSlides/notesSlide5.xml" Id="R3c2bfda6010e4c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5ca83240f4b3e" /><Relationship Type="http://schemas.openxmlformats.org/officeDocument/2006/relationships/image" Target="/ppt/media/image6.png" Id="Rf4459147ee1247ce" /><Relationship Type="http://schemas.openxmlformats.org/officeDocument/2006/relationships/notesSlide" Target="/ppt/notesSlides/notesSlide6.xml" Id="Rd6f62b8787bb48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55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5129D-A63E-4627-9E2A-295DB61D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01FAD-CE40-4B76-A2D9-36D5FC75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00F58-F4A5-4E72-8552-71814ACF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React learning project for B2B e-invoicing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5AFA7-388C-4668-899D-EB00542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86C"/>
                </a:solidFill>
                <a:latin typeface="Arial"/>
                <a:ea typeface="Arial"/>
                <a:cs typeface="Arial"/>
              </a:rPr>
              <a:t>NTU AI Engineering, 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41200-4ED2-4ADD-81EC-110F711B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Ralph Koh Kwan Liang, Ang Jenn Fang, John Phang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FEB4E-8AB4-40A8-93C7-A10CD31F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B86C"/>
                </a:solidFill>
                <a:latin typeface="Arial"/>
                <a:ea typeface="Arial"/>
                <a:cs typeface="Arial"/>
              </a:rPr>
              <a:t>Live demo follows this short overview</a:t>
            </a:r>
          </a:p>
        </p:txBody>
      </p:sp>
    </p:spTree>
    <p:extLst>
      <p:ext uri="{BB962C8B-B14F-4D97-AF65-F5344CB8AC3E}">
        <p14:creationId xmlns:p14="http://schemas.microsoft.com/office/powerpoint/2010/main" val="2093338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C82D1-C303-4D42-92FE-0B69CA5A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Problem and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469F2-36A4-4147-A0E2-1821CE66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FA726-4B70-4D18-9709-F071D240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Invoice work spans creation, transmission and payment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1B717-D808-4C15-BBF2-7F5432F9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F08CF-12C4-444E-9D40-39FD5ABD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Small business finance and accounts receivable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95557-0130-4EB6-B5E3-38EE920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B5C5C-10F4-4FC5-B3EE-7F993D8C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A browser demo of the invoice lifecycle using Singapore InvoiceNow 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FD738-B2AB-4A5D-9888-76FA058C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Simulated network. Synthetic data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B2678-0492-4F78-8C99-4E1190CF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19200"/>
            <a:ext cx="53340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db0ceeac94884"/>
          <a:stretch xmlns:a="http://schemas.openxmlformats.org/drawingml/2006/main"/>
        </p:blipFill>
        <p:spPr>
          <a:xfrm xmlns:a="http://schemas.openxmlformats.org/drawingml/2006/main">
            <a:off x="6477000" y="1696323"/>
            <a:ext cx="4800600" cy="39797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5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10135-45FF-4EE5-9FFC-0075E9AA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Working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2EED2-05AA-4A09-ACC2-F2BA9C23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6A2E7-C2EA-40B6-9CB2-526F16D9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C1E39-1C03-4568-85B0-24D36C07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35CC5-C648-4BB0-9FD0-B0939681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9493E-3605-4CA3-BAFE-F379569A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Search, filter, status and actions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c4c0b516e479c"/>
          <a:srcRect xmlns:a="http://schemas.openxmlformats.org/drawingml/2006/main" l="0" t="16244" r="0" b="16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3081B-8D87-465E-8EE0-44C2AF48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Create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98FBF-C4A5-4313-9A2B-4F2E3A3D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Controlled form, catalogue items and GST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2f484e0fe4af1"/>
          <a:srcRect xmlns:a="http://schemas.openxmlformats.org/drawingml/2006/main" l="0" t="1341" r="0" b="13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</p:spTree>
    <p:extLst>
      <p:ext uri="{BB962C8B-B14F-4D97-AF65-F5344CB8AC3E}">
        <p14:creationId xmlns:p14="http://schemas.microsoft.com/office/powerpoint/2010/main" val="1403260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18A9E-C6B6-44E7-B418-E50E27FE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Technology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78E2C-6F33-4E70-B425-07086F69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ED970-72F5-436E-BD1E-C0923B27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19 + Vite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0E1C5-7AC4-40CE-A6B3-B8AF897E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Functional components, hooks and fast local builds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B4436-C0FF-42F2-A8AA-600E1E4D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2FEBE-6104-4F26-92C7-8959816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Router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AC4EC-2E1E-4DCA-BC51-0A996117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Public login and tour, plus authenticated app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215D5-01F3-44AD-926E-33BA882F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C8AA1-04B1-4847-AD10-E35C12E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AEBA7-6418-4B89-BECD-7A073A05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Shared CRUD persistence without operating a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7738B-5E73-49E9-BFCA-DA516F7D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AA17C9-4AB0-4A88-BF89-AF9543F9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Vitest + React Testing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98F6C-4C6D-4FF5-B9F5-E92B6DD7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37 behaviour-focused tests, run in GitHub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6AC95-434A-4D19-B869-B3131815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4DCCC-6958-4AC8-94B9-CB8C9C51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Public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B0B86-3025-4CB2-AF36-422DF6D5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Frankfurter FX rates and illustrative customer contacts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AF8EB-7F67-46B0-94A4-3D0CE454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676900" cy="48387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D1DBF-8306-4CC9-9801-F6C4C667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MockAPI reference data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1c3be3a3e4faa"/>
          <a:srcRect xmlns:a="http://schemas.openxmlformats.org/drawingml/2006/main" l="2238" t="0" r="22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924050"/>
            <a:ext cx="5143500" cy="38862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</p:spTree>
    <p:extLst>
      <p:ext uri="{BB962C8B-B14F-4D97-AF65-F5344CB8AC3E}">
        <p14:creationId xmlns:p14="http://schemas.microsoft.com/office/powerpoint/2010/main" val="9554918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FA209-4CCA-47FD-8907-922A01CC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Team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D74FE-8572-41A5-A6B9-D5EE6408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EEA57-46ED-4CCE-B4C4-7625B5A6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Ralph Koh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7D837-F860-4441-B806-8FF54709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Structured a complete React app with reusable components, routes and shared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2E2C9-D328-44F9-B23B-4B580E46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79059-87B6-438F-8505-315649CC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Ang Jenn Fang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68694-9005-492A-9927-DE42FDFC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Tested user behaviour with Vitest, React Testing Library and mocks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0274B-A9B8-42F7-8D3A-88D9BC4D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29A7D-D1A6-48DF-8CFD-93C5D2CA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John Phang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53EB2-4FEC-44EE-AB15-FEE0E96A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Integrated hosted persistence, role checks and CI across parallel 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85E80-EA98-4BDB-8471-0AF8A7D3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54673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60bd522e34a87"/>
          <a:srcRect xmlns:a="http://schemas.openxmlformats.org/drawingml/2006/main" l="0" t="6328" r="0" b="6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447800"/>
            <a:ext cx="4972050" cy="44577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</p:spTree>
    <p:extLst>
      <p:ext uri="{BB962C8B-B14F-4D97-AF65-F5344CB8AC3E}">
        <p14:creationId xmlns:p14="http://schemas.microsoft.com/office/powerpoint/2010/main" val="20511534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3E4B0-17D7-499D-8CE0-7FD4086B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Challenges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5CD68-0429-43E1-BD22-2E82CBE6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06207-071C-4DD6-A1D0-21FA0D7A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MockAPI allowed two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2F9EB-EB21-48FB-BE65-83429953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Customers and products share a typed referenceData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B640E-6FA9-448A-90D8-8C864B18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928FB-7766-407F-8575-EB8C5FFB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The schema editor could erase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65172-FF20-4539-B25D-46470DFA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The team documented the risk and added repeatable seed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BA0C3-61E1-4395-A42F-3DB438BB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80120-6B87-426E-9E56-1EAD259D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Parallel branches introduced a session-key mismatch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81CEC-2F56-49C5-8339-82DBF7CE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The integrated test suite exposed the regression before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09A1C-DA05-4E18-BAB5-15E67746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42481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59147ee1247ce"/>
          <a:srcRect xmlns:a="http://schemas.openxmlformats.org/drawingml/2006/main" l="265" t="0" r="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1466850"/>
            <a:ext cx="3790950" cy="3676650"/>
          </a:xfrm>
          <a:prstGeom xmlns:a="http://schemas.openxmlformats.org/drawingml/2006/main" prst="roundRect">
            <a:avLst>
              <a:gd name="adj" fmla="val 207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066B0-04CD-4518-BAD9-C0CFADF3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C408B-F8FE-4BB2-A175-5EDE8232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Live demo next: viewer permissions, create and transmit, mark paid</a:t>
            </a:r>
          </a:p>
        </p:txBody>
      </p:sp>
    </p:spTree>
    <p:extLst>
      <p:ext uri="{BB962C8B-B14F-4D97-AF65-F5344CB8AC3E}">
        <p14:creationId xmlns:p14="http://schemas.microsoft.com/office/powerpoint/2010/main" val="414218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2026-09-30T17:12:59.4560000Z</dcterms:created>
  <dcterms:modified xsi:type="dcterms:W3CDTF">2026-09-30T17:12:59.4570000Z</dcterms:modified>
</coreProperties>
</file>