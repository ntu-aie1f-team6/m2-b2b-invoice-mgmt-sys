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72219be3b24da3" /><Relationship Type="http://schemas.openxmlformats.org/officeDocument/2006/relationships/extended-properties" Target="/docProps/app.xml" Id="R2d72a17f5f8441c7" /><Relationship Type="http://schemas.openxmlformats.org/officeDocument/2006/relationships/officeDocument" Target="/ppt/presentation.xml" Id="R4c4a0eb34f064f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cb5259bddd401a"/>
  </p:sldMasterIdLst>
  <p:notesMasterIdLst>
    <p:notesMasterId xmlns:r="http://schemas.openxmlformats.org/officeDocument/2006/relationships" r:id="Rd6a6b941ba17401c"/>
  </p:notesMasterIdLst>
  <p:sldIdLst>
    <p:sldId xmlns:r="http://schemas.openxmlformats.org/officeDocument/2006/relationships" id="256" r:id="R2ceb534cb7894379"/>
    <p:sldId xmlns:r="http://schemas.openxmlformats.org/officeDocument/2006/relationships" id="257" r:id="Reddffeb9bc094550"/>
    <p:sldId xmlns:r="http://schemas.openxmlformats.org/officeDocument/2006/relationships" id="258" r:id="R28c22add40484c88"/>
    <p:sldId xmlns:r="http://schemas.openxmlformats.org/officeDocument/2006/relationships" id="259" r:id="R2c25f30324494398"/>
    <p:sldId xmlns:r="http://schemas.openxmlformats.org/officeDocument/2006/relationships" id="260" r:id="R1bdd31cf1fe64f2a"/>
    <p:sldId xmlns:r="http://schemas.openxmlformats.org/officeDocument/2006/relationships" id="261" r:id="R410954f72e3a42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38c8965668408e" /><Relationship Type="http://schemas.openxmlformats.org/officeDocument/2006/relationships/slideMaster" Target="/ppt/slideMasters/slideMaster1.xml" Id="Rd6cb5259bddd401a" /><Relationship Type="http://schemas.openxmlformats.org/officeDocument/2006/relationships/notesMaster" Target="/ppt/notesMasters/notesMaster1.xml" Id="Rd6a6b941ba17401c" /><Relationship Type="http://schemas.openxmlformats.org/officeDocument/2006/relationships/presProps" Target="/ppt/presProps.xml" Id="R88566493ddb9489f" /><Relationship Type="http://schemas.openxmlformats.org/officeDocument/2006/relationships/tableStyles" Target="/ppt/tableStyles.xml" Id="R0da2247520bc4f71" /><Relationship Type="http://schemas.openxmlformats.org/officeDocument/2006/relationships/slide" Target="/ppt/slides/slide1.xml" Id="R2ceb534cb7894379" /><Relationship Type="http://schemas.openxmlformats.org/officeDocument/2006/relationships/slide" Target="/ppt/slides/slide2.xml" Id="Reddffeb9bc094550" /><Relationship Type="http://schemas.openxmlformats.org/officeDocument/2006/relationships/slide" Target="/ppt/slides/slide3.xml" Id="R28c22add40484c88" /><Relationship Type="http://schemas.openxmlformats.org/officeDocument/2006/relationships/slide" Target="/ppt/slides/slide4.xml" Id="R2c25f30324494398" /><Relationship Type="http://schemas.openxmlformats.org/officeDocument/2006/relationships/slide" Target="/ppt/slides/slide5.xml" Id="R1bdd31cf1fe64f2a" /><Relationship Type="http://schemas.openxmlformats.org/officeDocument/2006/relationships/slide" Target="/ppt/slides/slide6.xml" Id="R410954f72e3a42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8b747fb803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ecd808a3964984" /><Relationship Type="http://schemas.openxmlformats.org/officeDocument/2006/relationships/notesMaster" Target="/ppt/notesMasters/notesMaster1.xml" Id="R9378ed6b185e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809d50c1344983" /><Relationship Type="http://schemas.openxmlformats.org/officeDocument/2006/relationships/notesMaster" Target="/ppt/notesMasters/notesMaster1.xml" Id="R992af9d8a3dd4c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3fe769b17b46b8" /><Relationship Type="http://schemas.openxmlformats.org/officeDocument/2006/relationships/notesMaster" Target="/ppt/notesMasters/notesMaster1.xml" Id="Ra15b98addd734c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fe0cc36c9d4d55" /><Relationship Type="http://schemas.openxmlformats.org/officeDocument/2006/relationships/notesMaster" Target="/ppt/notesMasters/notesMaster1.xml" Id="R40a40a7eedc94b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52b59129294e4b" /><Relationship Type="http://schemas.openxmlformats.org/officeDocument/2006/relationships/notesMaster" Target="/ppt/notesMasters/notesMaster1.xml" Id="Redb70d45e3554f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43053f23c74878" /><Relationship Type="http://schemas.openxmlformats.org/officeDocument/2006/relationships/notesMaster" Target="/ppt/notesMasters/notesMaster1.xml" Id="R09a90c2d97ba4a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seconds. Introduce EasyInvoice as the team's React learning project. The slides take about four minutes, followed by the working demo. Sources: README.md and docs/planning/presentation-outline.md.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Explain that small finance teams need one view of invoice creation, transmission and collection status. EasyInvoice demonstrates that workflow but does not connect to the real InvoiceNow network. Sources: README.md and docs/images/Peppol-InvoiceNow.png.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Point out the dashboard's operational view and the controlled create form. The live demo will show search, invoice creation, simulated transmission and status changes. Sources: docs/images/dashboard.png and docs/images/create-invoice.png.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Explain why each technology was chosen. MockAPI provides shared persistence without a custom backend. The free tier allowed two resources, so customers and products share referenceData. Sources: README.md, docs/engineering/architecture-design.md and docs/images/referenceData-customers.png.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 Summarise each member's learning focus. Ralph built the initial React application, Jenn established behavioural testing, and John integrated persistence, permissions and repository automation. Sources: docs/planning/presentation-outline.md, README.md and docs/images/Full_tour_with_code.png.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Describe the resource-limit decision, the destructive schema-editor risk and the integration bug found by tests. Then move directly to the live demo: compare viewer and editor access, create and transmit an invoice, and mark a transmitted invoice paid. Sources: docs/planning/presentation-outline.md, docs/decisions/decisions-log.md and docs/images/Hints-ON.png.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8d8e2fd0b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212c7ec3954b1b" /><Relationship Type="http://schemas.openxmlformats.org/officeDocument/2006/relationships/slideLayout" Target="/ppt/slideLayouts/slideLayout1.xml" Id="R0fc404b844a24d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c404b844a24d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25a772a1e41d0" /><Relationship Type="http://schemas.openxmlformats.org/officeDocument/2006/relationships/image" Target="/ppt/media/image.jpeg" Id="R466aa0b6b8594939" /><Relationship Type="http://schemas.openxmlformats.org/officeDocument/2006/relationships/image" Target="/ppt/media/image.png" Id="R2b7ccf6e7c5749e1" /><Relationship Type="http://schemas.openxmlformats.org/officeDocument/2006/relationships/image" Target="/ppt/media/image2.png" Id="R90d601e887684c31" /><Relationship Type="http://schemas.openxmlformats.org/officeDocument/2006/relationships/notesSlide" Target="/ppt/notesSlides/notesSlide1.xml" Id="R1b1a9f00bd7e4b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695a63c624821" /><Relationship Type="http://schemas.openxmlformats.org/officeDocument/2006/relationships/image" Target="/ppt/media/image3.png" Id="R8ed52de0adb54a8c" /><Relationship Type="http://schemas.openxmlformats.org/officeDocument/2006/relationships/notesSlide" Target="/ppt/notesSlides/notesSlide2.xml" Id="R4ede65f108b04a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f26cfec0f4a22" /><Relationship Type="http://schemas.openxmlformats.org/officeDocument/2006/relationships/image" Target="/ppt/media/image4.png" Id="Rd2e0d8b8f49d49b6" /><Relationship Type="http://schemas.openxmlformats.org/officeDocument/2006/relationships/image" Target="/ppt/media/image5.png" Id="R097affa954af4a65" /><Relationship Type="http://schemas.openxmlformats.org/officeDocument/2006/relationships/notesSlide" Target="/ppt/notesSlides/notesSlide3.xml" Id="Rda7f7795f7c842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2bde54b4f42c6" /><Relationship Type="http://schemas.openxmlformats.org/officeDocument/2006/relationships/image" Target="/ppt/media/image6.png" Id="R863427e591d543a6" /><Relationship Type="http://schemas.openxmlformats.org/officeDocument/2006/relationships/notesSlide" Target="/ppt/notesSlides/notesSlide4.xml" Id="Rd89d3f46da774b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fc68473bb4f8d" /><Relationship Type="http://schemas.openxmlformats.org/officeDocument/2006/relationships/image" Target="/ppt/media/image7.png" Id="Rc942e5a519204df9" /><Relationship Type="http://schemas.openxmlformats.org/officeDocument/2006/relationships/notesSlide" Target="/ppt/notesSlides/notesSlide5.xml" Id="Rc5b7614cc701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087868b341fd" /><Relationship Type="http://schemas.openxmlformats.org/officeDocument/2006/relationships/image" Target="/ppt/media/image8.png" Id="R20933d5357f546f8" /><Relationship Type="http://schemas.openxmlformats.org/officeDocument/2006/relationships/notesSlide" Target="/ppt/notesSlides/notesSlide6.xml" Id="R4491a67030ad46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55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6A748-D8C7-4063-B937-0A42E412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0A78C-7950-4C8A-8704-197FADA2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CE2EC-8978-48EA-8197-15EBD76B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React learning project</a:t>
            </a:r>
          </a:p>
          <a:p xmlns:a="http://schemas.openxmlformats.org/drawingml/2006/main">
            <a:pPr>
              <a:defRPr sz="240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for B2B e-invoicing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D23E5-D912-4344-BEC4-1FFA6E16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NTU AI Engineering, 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703BB-307D-4E7F-9DCB-5C57B8E9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28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TEAM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F4ECC-2FCA-4C9F-9368-DB1EFE0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aa0b6b8594939"/>
          <a:srcRect xmlns:a="http://schemas.openxmlformats.org/drawingml/2006/main" l="0" t="11170" r="0" b="11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25F84-24D9-48DC-AE48-00875011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Ralph Koh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Kwan Liang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CB46D-428C-43BF-83DF-513DC377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ccf6e7c5749e1"/>
          <a:srcRect xmlns:a="http://schemas.openxmlformats.org/drawingml/2006/main" l="0" t="12454" r="0" b="12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B6E17-5658-421D-B42F-78EBE91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Ang Jenn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Fang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8C6A8-C322-4FE6-AF43-8256166F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601e887684c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DE013-28FE-4E4C-904C-0BFCDFC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John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Phang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8B4D3-3F6E-4ABA-B9D2-0AD0DC45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B86C"/>
                </a:solidFill>
                <a:latin typeface="Arial"/>
                <a:ea typeface="Arial"/>
                <a:cs typeface="Arial"/>
              </a:rPr>
              <a:t>Live demo follows this short overview</a:t>
            </a:r>
          </a:p>
        </p:txBody>
      </p:sp>
    </p:spTree>
    <p:extLst>
      <p:ext uri="{BB962C8B-B14F-4D97-AF65-F5344CB8AC3E}">
        <p14:creationId xmlns:p14="http://schemas.microsoft.com/office/powerpoint/2010/main" val="1775922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CA4D2-5DDA-40B6-B474-6742CB8D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Problem and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06479-CB7B-4765-B8CF-C987A84E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665E7-4584-401A-819F-1C70F8F1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Invoice work spans creation,</a:t>
            </a:r>
          </a:p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transmission and payment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FFEF9-DBF7-4B37-A0AF-8A4E8AB0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2CC22-7348-4555-8685-9F4D5299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Small business finance and accounts receivable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DB210-F594-4602-AC5A-AD71EC7B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34375-4E37-4D5F-9D4E-A6769B36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A browser demo of the invoice lifecycle using Singapore InvoiceNow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DFDC3-BFDD-49AA-A537-B2AC4A14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Simulated network. Synthetic data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F1DC0-5829-4242-AAAE-4F4CF696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5334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52de0adb54a8c"/>
          <a:stretch xmlns:a="http://schemas.openxmlformats.org/drawingml/2006/main"/>
        </p:blipFill>
        <p:spPr>
          <a:xfrm xmlns:a="http://schemas.openxmlformats.org/drawingml/2006/main">
            <a:off x="6477000" y="1696323"/>
            <a:ext cx="4800600" cy="39797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85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0115F-81A5-4EE7-A0A3-5AD5BB4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Working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A6EA3-FB55-40D7-B569-87DDA869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E1C0E-CC10-4BEB-A303-12BC7C60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0AE44-0C4C-4E63-9A63-B5A5E7A1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05AEA-B0A9-44A1-9A04-A7B51B69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C6815-3922-486B-AE97-325896AB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Search, filter, status and actions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0d8b8f49d49b6"/>
          <a:srcRect xmlns:a="http://schemas.openxmlformats.org/drawingml/2006/main" l="0" t="16244" r="0" b="16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97ABE-9C0B-4E79-BE41-B13D615E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Create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038C9-D000-411D-BC32-9073CAE7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Controlled form, catalogue items and GST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affa954af4a65"/>
          <a:srcRect xmlns:a="http://schemas.openxmlformats.org/drawingml/2006/main" l="0" t="1341" r="0" b="1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</p:spTree>
    <p:extLst>
      <p:ext uri="{BB962C8B-B14F-4D97-AF65-F5344CB8AC3E}">
        <p14:creationId xmlns:p14="http://schemas.microsoft.com/office/powerpoint/2010/main" val="646393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AB3A6-8154-435D-86AF-3789F15F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Technology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2BA3F-C0B2-43E3-9AB1-DEB14B04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C396D-8989-4AED-9905-3EEDB35D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19 + Vite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BD60B-2B9B-472C-86DD-5F1C5B80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Components, hooks and fast local builds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3257D-FE7C-4134-8D83-734B9D50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F3D08-A9DF-4652-B2E8-AFB44500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Router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A65DC-927F-41B6-BD22-3696DD0C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Public login/tour and protected app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A4008-A8D8-4916-B243-6D86E4B0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2AD5B-CA24-4BBA-91AA-AE8EFD30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30E43-4DC9-44AE-95CA-4CAFBAAB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Shared CRUD persistence, no custom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F83C5-793A-4902-A8B8-01BB0A03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815E3-04B0-4A17-9CDC-A422E00F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Vitest + React Testing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DF2BF-7E7C-4BD2-A41D-ED151E1D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37 behaviour tests in GitHub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103CF-C52A-4131-A796-71A086FA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E63F7-5CC4-413E-8C83-58DDDBB1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Public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6FA67-38A7-404F-82F8-7F0CADCD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FX rates and illustrative customer contacts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7FE28-117F-4EFC-87CA-DCF20FA3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676900" cy="48387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02002-7218-4CC1-9D5C-B1FB64FD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MockAPI reference data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427e591d543a6"/>
          <a:srcRect xmlns:a="http://schemas.openxmlformats.org/drawingml/2006/main" l="2238" t="0" r="2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924050"/>
            <a:ext cx="5143500" cy="38862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655901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78826-5FE1-4279-AE88-96247E9D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Team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9FC5C-2E6C-4A8F-9195-FFDC5A89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F1487-AFFD-4FE6-9BBB-125B354A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Ralph Koh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F747A-A301-466B-B24D-5F407F6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Structured a complete React app with reusable components, routes and shared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91FF2-5147-490D-9E82-523C9703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D2B87-9EC7-42AC-817B-1AC07D5E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Ang Jenn Fang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4BCA6-BE97-4296-94D9-7F20137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Tested user behaviour with Vitest, React Testing Library and mocks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D0430-E471-4CCD-ABC7-C78AF12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6CC6E-5EB7-48EB-BA94-FD88A39E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John Phang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1F90F-E220-4440-90DD-20356FFE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Integrated hosted persistence, role checks and CI across parallel 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2469F-82BF-42B4-8D49-0899FEE5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54673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2e5a519204df9"/>
          <a:srcRect xmlns:a="http://schemas.openxmlformats.org/drawingml/2006/main" l="0" t="6328" r="0" b="6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47800"/>
            <a:ext cx="4972050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</p:spTree>
    <p:extLst>
      <p:ext uri="{BB962C8B-B14F-4D97-AF65-F5344CB8AC3E}">
        <p14:creationId xmlns:p14="http://schemas.microsoft.com/office/powerpoint/2010/main" val="80247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6FAC1-8552-4732-A688-8A62A37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Challenges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04EC4-73A3-49EB-A154-DFC11315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061F2-31A4-4157-A3E4-C6D4F239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MockAPI allowed two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A60E1-BA7A-48E8-9061-60CE182C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Customers and products share a typed referenceData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F4A5-3E28-4A9D-B981-FB850C5C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21C73-874F-47C6-BC4C-3D4A18C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The schema editor could erase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C930A-3AB5-4FEF-9D30-AFD94901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The team documented the risk and added repeatable seed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FD586-0DA0-41AA-B67A-71010B16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5850B-8402-42F0-B283-C3E23C75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Parallel branches caused a session-key mismatch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85976-0149-4EA9-8443-7E342748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Tests caught the regression before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6C390-2009-46F7-9D9B-C59D1DE0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42481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33d5357f546f8"/>
          <a:srcRect xmlns:a="http://schemas.openxmlformats.org/drawingml/2006/main" l="265" t="0" r="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1466850"/>
            <a:ext cx="3790950" cy="3676650"/>
          </a:xfrm>
          <a:prstGeom xmlns:a="http://schemas.openxmlformats.org/drawingml/2006/main" prst="roundRect">
            <a:avLst>
              <a:gd name="adj" fmla="val 207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48C7B-87A4-48CD-9760-50C76887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AF5FE-C56C-4762-810F-0F25AECF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Live demo next: viewer permissions, create and transmit, mark paid</a:t>
            </a:r>
          </a:p>
        </p:txBody>
      </p:sp>
    </p:spTree>
    <p:extLst>
      <p:ext uri="{BB962C8B-B14F-4D97-AF65-F5344CB8AC3E}">
        <p14:creationId xmlns:p14="http://schemas.microsoft.com/office/powerpoint/2010/main" val="1954478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2026-09-30T17:15:13.0360000Z</dcterms:created>
  <dcterms:modified xsi:type="dcterms:W3CDTF">2026-09-30T17:15:13.0360000Z</dcterms:modified>
</coreProperties>
</file>