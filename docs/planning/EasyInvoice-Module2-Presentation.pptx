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56a219daa64db0" /><Relationship Type="http://schemas.openxmlformats.org/officeDocument/2006/relationships/extended-properties" Target="/docProps/app.xml" Id="R7438982b6d5146c6" /><Relationship Type="http://schemas.openxmlformats.org/officeDocument/2006/relationships/officeDocument" Target="/ppt/presentation.xml" Id="Rd1fd2f922243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4e81a46e9d4cad"/>
  </p:sldMasterIdLst>
  <p:notesMasterIdLst>
    <p:notesMasterId xmlns:r="http://schemas.openxmlformats.org/officeDocument/2006/relationships" r:id="R900b16da8ae9463e"/>
  </p:notesMasterIdLst>
  <p:sldIdLst>
    <p:sldId xmlns:r="http://schemas.openxmlformats.org/officeDocument/2006/relationships" id="256" r:id="R6f8b6d033f1b499f"/>
    <p:sldId xmlns:r="http://schemas.openxmlformats.org/officeDocument/2006/relationships" id="257" r:id="Rdb2cedc40eb14ed2"/>
    <p:sldId xmlns:r="http://schemas.openxmlformats.org/officeDocument/2006/relationships" id="258" r:id="Rd29c45c937b641e5"/>
    <p:sldId xmlns:r="http://schemas.openxmlformats.org/officeDocument/2006/relationships" id="259" r:id="Rc349bb09b0344763"/>
    <p:sldId xmlns:r="http://schemas.openxmlformats.org/officeDocument/2006/relationships" id="260" r:id="R3f3944dd3fdd46c1"/>
    <p:sldId xmlns:r="http://schemas.openxmlformats.org/officeDocument/2006/relationships" id="261" r:id="R915ce8c2411044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229e32ace7439e" /><Relationship Type="http://schemas.openxmlformats.org/officeDocument/2006/relationships/slideMaster" Target="/ppt/slideMasters/slideMaster1.xml" Id="R6d4e81a46e9d4cad" /><Relationship Type="http://schemas.openxmlformats.org/officeDocument/2006/relationships/notesMaster" Target="/ppt/notesMasters/notesMaster1.xml" Id="R900b16da8ae9463e" /><Relationship Type="http://schemas.openxmlformats.org/officeDocument/2006/relationships/presProps" Target="/ppt/presProps.xml" Id="R7072dd63527e4470" /><Relationship Type="http://schemas.openxmlformats.org/officeDocument/2006/relationships/tableStyles" Target="/ppt/tableStyles.xml" Id="Ra70c19e8b56e4223" /><Relationship Type="http://schemas.openxmlformats.org/officeDocument/2006/relationships/slide" Target="/ppt/slides/slide1.xml" Id="R6f8b6d033f1b499f" /><Relationship Type="http://schemas.openxmlformats.org/officeDocument/2006/relationships/slide" Target="/ppt/slides/slide2.xml" Id="Rdb2cedc40eb14ed2" /><Relationship Type="http://schemas.openxmlformats.org/officeDocument/2006/relationships/slide" Target="/ppt/slides/slide3.xml" Id="Rd29c45c937b641e5" /><Relationship Type="http://schemas.openxmlformats.org/officeDocument/2006/relationships/slide" Target="/ppt/slides/slide4.xml" Id="Rc349bb09b0344763" /><Relationship Type="http://schemas.openxmlformats.org/officeDocument/2006/relationships/slide" Target="/ppt/slides/slide5.xml" Id="R3f3944dd3fdd46c1" /><Relationship Type="http://schemas.openxmlformats.org/officeDocument/2006/relationships/slide" Target="/ppt/slides/slide6.xml" Id="R915ce8c2411044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c92d0e50c042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990636ebff4f2a" /><Relationship Type="http://schemas.openxmlformats.org/officeDocument/2006/relationships/notesMaster" Target="/ppt/notesMasters/notesMaster1.xml" Id="Ra0f18827f085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39f65c9134386" /><Relationship Type="http://schemas.openxmlformats.org/officeDocument/2006/relationships/notesMaster" Target="/ppt/notesMasters/notesMaster1.xml" Id="Rba9a382ca903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cceec023d4b9c" /><Relationship Type="http://schemas.openxmlformats.org/officeDocument/2006/relationships/notesMaster" Target="/ppt/notesMasters/notesMaster1.xml" Id="R5672a59a81674e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9066a10a174a80" /><Relationship Type="http://schemas.openxmlformats.org/officeDocument/2006/relationships/notesMaster" Target="/ppt/notesMasters/notesMaster1.xml" Id="R8b21c8e7552c42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6aca3f11c6487b" /><Relationship Type="http://schemas.openxmlformats.org/officeDocument/2006/relationships/notesMaster" Target="/ppt/notesMasters/notesMaster1.xml" Id="Rd6c45a1b15584e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256f8a690b4726" /><Relationship Type="http://schemas.openxmlformats.org/officeDocument/2006/relationships/notesMaster" Target="/ppt/notesMasters/notesMaster1.xml" Id="R75065eec23454c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seconds. Introduce EasyInvoice as the team's React learning project. The slides take about four minutes, followed by the working demo. Sources: README.md and docs/planning/presentation-outline.md.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Explain that small finance teams need one view of invoice creation, transmission and collection status. EasyInvoice demonstrates that workflow but does not connect to the real InvoiceNow network. Sources: README.md and docs/images/Peppol-InvoiceNow.png.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Point out the dashboard's operational view and the controlled create form. The live demo will show search, invoice creation, simulated transmission and status changes. Sources: docs/images/dashboard.png and docs/images/create-invoice.png.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Explain why each technology was chosen. MockAPI provides shared persistence without a custom backend. The free tier allowed two resources, so customers and products share referenceData. Sources: README.md, docs/engineering/architecture-design.md and docs/images/referenceData-customers.png.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 Summarise each member's learning focus. Ralph built the initial React application, Jenn established behavioural testing, and John integrated persistence, permissions and repository automation. Sources: docs/planning/presentation-outline.md, README.md and docs/images/Full_tour_with_code.png.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Describe the resource-limit decision, the destructive schema-editor risk and the integration bug found by tests. Then move directly to the live demo: compare viewer and editor access, create and transmit an invoice, and mark a transmitted invoice paid. Sources: docs/planning/presentation-outline.md, docs/decisions/decisions-log.md and docs/images/Hints-ON.png.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60e70586742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b70daa938a457e" /><Relationship Type="http://schemas.openxmlformats.org/officeDocument/2006/relationships/slideLayout" Target="/ppt/slideLayouts/slideLayout1.xml" Id="R4d1af3b507d648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af3b507d6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b212e733048b4" /><Relationship Type="http://schemas.openxmlformats.org/officeDocument/2006/relationships/image" Target="/ppt/media/image.jpeg" Id="R6239bb7382ce4240" /><Relationship Type="http://schemas.openxmlformats.org/officeDocument/2006/relationships/image" Target="/ppt/media/image.png" Id="R97bb13b8c26b4152" /><Relationship Type="http://schemas.openxmlformats.org/officeDocument/2006/relationships/image" Target="/ppt/media/image2.png" Id="Rc29af975555c4665" /><Relationship Type="http://schemas.openxmlformats.org/officeDocument/2006/relationships/notesSlide" Target="/ppt/notesSlides/notesSlide1.xml" Id="R2b217e96bc014d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ebcfeb2e94dd7" /><Relationship Type="http://schemas.openxmlformats.org/officeDocument/2006/relationships/image" Target="/ppt/media/image3.png" Id="R64eadb5c038744e8" /><Relationship Type="http://schemas.openxmlformats.org/officeDocument/2006/relationships/notesSlide" Target="/ppt/notesSlides/notesSlide2.xml" Id="R7f7a6e5ae84f42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38e0226ad4cbf" /><Relationship Type="http://schemas.openxmlformats.org/officeDocument/2006/relationships/image" Target="/ppt/media/image4.png" Id="R74068e2b7a2c4715" /><Relationship Type="http://schemas.openxmlformats.org/officeDocument/2006/relationships/image" Target="/ppt/media/image5.png" Id="Re72720b3d12a4ea5" /><Relationship Type="http://schemas.openxmlformats.org/officeDocument/2006/relationships/notesSlide" Target="/ppt/notesSlides/notesSlide3.xml" Id="Rc834a65dfbf344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2cf7a5410461e" /><Relationship Type="http://schemas.openxmlformats.org/officeDocument/2006/relationships/image" Target="/ppt/media/image6.png" Id="R98bc2d438efc425d" /><Relationship Type="http://schemas.openxmlformats.org/officeDocument/2006/relationships/notesSlide" Target="/ppt/notesSlides/notesSlide4.xml" Id="R1a354969c511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47d8199844102" /><Relationship Type="http://schemas.openxmlformats.org/officeDocument/2006/relationships/image" Target="/ppt/media/image7.png" Id="R030e8e77d3784319" /><Relationship Type="http://schemas.openxmlformats.org/officeDocument/2006/relationships/notesSlide" Target="/ppt/notesSlides/notesSlide5.xml" Id="R51af8b77b0fe4a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d11f65cec40d1" /><Relationship Type="http://schemas.openxmlformats.org/officeDocument/2006/relationships/image" Target="/ppt/media/image8.png" Id="R6466c0a9a2dd4804" /><Relationship Type="http://schemas.openxmlformats.org/officeDocument/2006/relationships/notesSlide" Target="/ppt/notesSlides/notesSlide6.xml" Id="R8a37851a0e504c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22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B709B-3F46-4C3D-9C04-275B0040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08070-1EFE-43B7-A81C-6F522B9B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4F65B-975A-4E0F-8BC4-14055867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React learning project</a:t>
            </a:r>
          </a:p>
          <a:p xmlns:a="http://schemas.openxmlformats.org/drawingml/2006/main">
            <a:pPr>
              <a:defRPr sz="240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for B2B e-invoicing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25C0F-537A-4F90-B175-108181D6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NTU AI Engineering, 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71D75-0351-4DF9-A1ED-7A3C08B1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28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TEAM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00682-F270-45BE-B76B-5B055F0E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9bb7382ce4240"/>
          <a:srcRect xmlns:a="http://schemas.openxmlformats.org/drawingml/2006/main" l="0" t="11170" r="0" b="11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4F339-A9C2-4DB9-ABAE-54C6D64C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Ralph Koh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Kwan Liang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85996-6319-4925-8C34-1E9A562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b13b8c26b4152"/>
          <a:srcRect xmlns:a="http://schemas.openxmlformats.org/drawingml/2006/main" l="0" t="12454" r="0" b="12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12257-0F36-440A-AE46-EDD4B610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Ang Jenn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Fang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17E8C-8199-4C07-8E13-860877AE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af975555c46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83D24-5364-4F0A-843D-9D6D70B6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John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Phang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574C0-2A27-4246-8B1D-F151F2FA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B86C"/>
                </a:solidFill>
                <a:latin typeface="Arial"/>
                <a:ea typeface="Arial"/>
                <a:cs typeface="Arial"/>
              </a:rPr>
              <a:t>Live demo follows this short overview</a:t>
            </a:r>
          </a:p>
        </p:txBody>
      </p:sp>
    </p:spTree>
    <p:extLst>
      <p:ext uri="{BB962C8B-B14F-4D97-AF65-F5344CB8AC3E}">
        <p14:creationId xmlns:p14="http://schemas.microsoft.com/office/powerpoint/2010/main" val="95361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481DF-A516-45DB-9816-6089587A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Problem and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49653-3074-4C02-9FCC-BC70669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F490F-171C-4CCC-A296-73E8F232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Invoice work spans creation,</a:t>
            </a:r>
          </a:p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transmission and payment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57CCC-6BD7-4EA0-BC65-64079AEC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69A88-DC1B-4882-9A89-C9567C3B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Small business finance and accounts receivable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0297C-01C5-4A4E-8159-0816E6D0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B7A62-0692-4A61-8326-9197309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A browser demo of the invoice lifecycle using Singapore InvoiceNow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A0BDB-1848-4D04-B971-08370339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Simulated network. Synthetic data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F8722-6C49-4A3C-A9A9-9A132320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5334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adb5c038744e8"/>
          <a:stretch xmlns:a="http://schemas.openxmlformats.org/drawingml/2006/main"/>
        </p:blipFill>
        <p:spPr>
          <a:xfrm xmlns:a="http://schemas.openxmlformats.org/drawingml/2006/main">
            <a:off x="6477000" y="1696323"/>
            <a:ext cx="4800600" cy="39797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72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97830-2340-43B1-887F-1A85413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Working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2A1CB-D555-4586-8AAB-96568103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3FF9F-7A53-4ADB-B4CE-A6BE731D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EFDE7-7517-44C9-8200-0F660198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3709C-FAF3-42B5-8DFA-12DCEFE1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EC7E8-4313-46C6-85B4-566963F6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Search, filter, status and actions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68e2b7a2c4715"/>
          <a:srcRect xmlns:a="http://schemas.openxmlformats.org/drawingml/2006/main" l="0" t="16244" r="0" b="16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C7F66-F58C-4A15-84A7-272647B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Create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452DD-A8BB-4E66-9CDA-1FD7780D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Controlled form, catalogue items and GST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720b3d12a4ea5"/>
          <a:srcRect xmlns:a="http://schemas.openxmlformats.org/drawingml/2006/main" l="0" t="1341" r="0" b="1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</p:spTree>
    <p:extLst>
      <p:ext uri="{BB962C8B-B14F-4D97-AF65-F5344CB8AC3E}">
        <p14:creationId xmlns:p14="http://schemas.microsoft.com/office/powerpoint/2010/main" val="2102868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CF72A-B066-46ED-94EF-4C29E0F9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Technology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94374-6A5A-4B4B-B0D7-8D87ADDC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75E87-984C-4667-ABF6-0C3EB62D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19 + Vite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B40C6-C050-48FA-97D5-29C6CE80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Components, hooks and fast local builds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0008C-3B52-48B6-A3E6-6BD73CA6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9ADA8-0359-499F-A29E-2D2E943C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Router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E90FB-7430-4E69-80CC-54F4CE15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Public login/tour and protected app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F2A7D-7540-4013-81A5-0F67A370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D43AF-BE57-41C5-BA16-ED755FB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68B7B-4EAA-491A-A242-D9685618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Shared CRUD persistence, no custom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7CF12-85F9-469E-B462-7F718523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CD8FB-563C-4327-A09C-19E74FBB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Vitest + React Testing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C4613-E541-4D4C-8527-6D1A0E48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37 behaviour tests in GitHub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91424-E82F-42B4-B729-C83A234A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98A72-7F29-4EC6-9E3F-9389C353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Public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A2735-4D07-4AFA-B41C-00F28153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FX rates and illustrative customer contacts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4BFAB-CB50-45AB-A83C-00969BAC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676900" cy="48387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DEE08-8E9D-4349-A361-1738AD82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MockAPI reference data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c2d438efc425d"/>
          <a:srcRect xmlns:a="http://schemas.openxmlformats.org/drawingml/2006/main" l="2238" t="0" r="2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924050"/>
            <a:ext cx="5143500" cy="38862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1703730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5DC34-2809-40EE-909C-BD1B7CCE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Team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57322-E402-4575-9D51-A4042D0B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89D37-C6F1-4ED1-B086-CA1079FE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Ralph Koh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B717C-6961-41EE-8DD6-B70D68F3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Structured a complete React app with reusable components, routes and shared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3E120-AED4-425C-846D-2E670BAB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177A2-5DCD-43D4-9C85-9FF9FEC1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Ang Jenn Fang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D7807-EB75-4038-A367-3E00EF2D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Tested user behaviour with Vitest, React Testing Library and mocks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47681-96C0-41B5-98A1-96605B60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1A5C6-1ADC-4539-9FD4-678CE02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John Phang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9C4D6-021F-4A02-B01E-893A7A7E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Integrated hosted persistence, role checks and CI across parallel 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166EA-AEE1-4429-B4A6-1759398E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54673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e8e77d3784319"/>
          <a:srcRect xmlns:a="http://schemas.openxmlformats.org/drawingml/2006/main" l="0" t="6328" r="0" b="6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47800"/>
            <a:ext cx="4972050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</p:spTree>
    <p:extLst>
      <p:ext uri="{BB962C8B-B14F-4D97-AF65-F5344CB8AC3E}">
        <p14:creationId xmlns:p14="http://schemas.microsoft.com/office/powerpoint/2010/main" val="823534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3269A-7D10-4D33-9DE6-A7694484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Challenges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2EDB3-81F2-49E1-AFB2-22350A2A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F3BAB-6C28-4C5D-A135-56861D04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MockAPI allowed two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6B2A0-7EB8-49C4-9558-8DDC3093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Customers and products share a typed referenceData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5B90D-9152-4EC3-9A92-5AFD7C78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FEE38-12C3-4DC2-A0A0-70E6EFAD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The schema editor could erase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83393-4D07-448C-8253-D93C5D83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The team documented the risk and added repeatable seed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8E665-3C8B-47AB-84AD-0D368BC8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11749-DB51-4E9F-BF4E-ECACAF50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Session-key mismatch after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363C9-3476-424F-B01A-E2550D7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Tests caught the regression before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966EE-B6E6-4D31-B5A1-2FCFE4F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42481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6c0a9a2dd4804"/>
          <a:srcRect xmlns:a="http://schemas.openxmlformats.org/drawingml/2006/main" l="265" t="0" r="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1466850"/>
            <a:ext cx="3790950" cy="3676650"/>
          </a:xfrm>
          <a:prstGeom xmlns:a="http://schemas.openxmlformats.org/drawingml/2006/main" prst="roundRect">
            <a:avLst>
              <a:gd name="adj" fmla="val 207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525C6-574F-4285-A2EC-477F077B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5D15A-74CB-42D7-A293-B4075888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Live demo next: viewer permissions, create and transmit, mark paid</a:t>
            </a:r>
          </a:p>
        </p:txBody>
      </p:sp>
    </p:spTree>
    <p:extLst>
      <p:ext uri="{BB962C8B-B14F-4D97-AF65-F5344CB8AC3E}">
        <p14:creationId xmlns:p14="http://schemas.microsoft.com/office/powerpoint/2010/main" val="1819547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2026-09-30T17:42:33.7570000Z</dcterms:created>
  <dcterms:modified xsi:type="dcterms:W3CDTF">2026-09-30T17:42:33.7570000Z</dcterms:modified>
</coreProperties>
</file>